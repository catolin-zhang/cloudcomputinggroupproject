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38" y="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125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174"/>
          <a:stretch>
            <a:fillRect/>
          </a:stretch>
        </p:blipFill>
        <p:spPr>
          <a:xfrm>
            <a:off x="-7566" y="-152400"/>
            <a:ext cx="16256000" cy="929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22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22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A865866-21F6-259D-E3F1-0CC114DF4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4343400"/>
            <a:ext cx="5562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10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自定义</PresentationFormat>
  <Paragraphs>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亚鹏 陈</cp:lastModifiedBy>
  <cp:revision>3</cp:revision>
  <dcterms:created xsi:type="dcterms:W3CDTF">2006-08-16T00:00:00Z</dcterms:created>
  <dcterms:modified xsi:type="dcterms:W3CDTF">2026-04-06T10:59:22Z</dcterms:modified>
</cp:coreProperties>
</file>